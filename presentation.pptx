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Ordering the Errors:</a:t>
            </a:r>
            <a:br/>
            <a:r>
              <a:t>Prediction-Based Reversible Data Hiding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91153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A reproduction of Saini &amp; Singh (SIViP, 2025)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A sharper predictor means higher capacity.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CNNs can predict pixels very well.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Combine a CNN predictor with error-value ordering.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Embed a large payload with minimal distortion.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Guarantee exact recovery of image and data.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Beat the capacity-PSNR trade-off of plain histogram shifting.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Existing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Ni 2006 histogram shifting: low capacity.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Thodi-Rodriguez PEE; Sachnev sorting+prediction.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This paper: a refined prediction/embedding strategy.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Proposed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6583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Predict pixels (CNN; here a fixed stand-in).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Order prediction errors.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Expand innermost bins to embed.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Fully reversible.</a:t>
            </a:r>
          </a:p>
        </p:txBody>
      </p:sp>
      <p:pic>
        <p:nvPicPr>
          <p:cNvPr id="5" name="Picture 4" descr="fig_mark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280160"/>
            <a:ext cx="4846320" cy="254431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Predict each pixel from neighbours.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Form the prediction-error histogram.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Expand innermost bins to embed; shift the rest.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Reverse to recover image +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Mathematical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 = pixel - prediction.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Embed at e in {0,-1}: e' = e +/- b; shift |e|&gt;=1 outward.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Capacity = count of innermost-bin errors; PSNR falls as levels grow.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Experimental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8 USC-SIPI 512x512 grayscale images, embedding levels 1..3.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Metrics: payload (bpp), PSNR, SSIM, exact reversibility.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6583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PEVO/PEE regime reproduced (~0.25 bpp @ ~48.7 dB, Lena).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Trained CNN would raise the curve.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All runs bit-exact reversible.</a:t>
            </a:r>
          </a:p>
        </p:txBody>
      </p:sp>
      <p:pic>
        <p:nvPicPr>
          <p:cNvPr id="5" name="Picture 4" descr="fig_capacity_distor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280160"/>
            <a:ext cx="4846320" cy="325612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Sharp predictor -&gt; high capacity.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Reversible.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Extensible with a real CNN.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CNN not trained (approximated).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Image-dependent capacity.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PSNR falls with levels.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Train and integrate a CNN predictor.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Compare vs the fixed-predictor bound.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Larger corpora.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Reproduced a high-capacity prediction-error RDH core.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Confirmed literature-consistent capacity-PSNR and exact recovery.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Saini &amp; Singh. PEVO + CNN Predictor. SIViP 19, 2025.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Sachnev et al. Sorting+Prediction. IEEE TCSVT 19(7), 2009.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Thodi &amp; Rodriguez. PEE. IEEE TIP 16(3), 2007.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